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6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2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46867A-B1DF-4426-BD4C-F8ACDFB5A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7C9D65-5DFB-1DD0-C200-689CE9C96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57531F-18C1-7270-C507-FFFD4DDC2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1C59-BA26-4F3E-8CEC-5DE75654429B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963297-3606-FAC9-BB72-2A9E60976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30B823-418E-395E-19D8-68DCB1F2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A2067-7949-4046-B351-C5A6CCED8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052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7A1F49-1E04-6A87-D570-EF393AF7F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1B0521-60EF-94B5-717C-305999DD7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473366-F57A-07E7-AB78-22A474E00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1C59-BA26-4F3E-8CEC-5DE75654429B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8D16EB-2BC4-3CAC-06E1-1E579F2A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3C6C46-226B-49DC-FBAF-2CD2EDE33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A2067-7949-4046-B351-C5A6CCED8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150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BAA480-1DBB-B8E5-608D-D755E207E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84348A-A272-136F-6CC6-5584F534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A834DD-D380-291A-52EE-E3E6281D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1C59-BA26-4F3E-8CEC-5DE75654429B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5D185B-F55B-A73F-1545-601C7B7A2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9A19E7-9973-4C90-5733-672C2A7FB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A2067-7949-4046-B351-C5A6CCED8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513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4B2145-A483-2F92-CE70-03788D8FE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134E4B-EC56-EF13-1812-AE5A8E2CF1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63D962-22D8-69B5-C130-C790E676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75C4DC-CB0E-895B-B9C3-9529DE7AA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1C59-BA26-4F3E-8CEC-5DE75654429B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7C307-C5F9-9D9C-3303-0B885E152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97208A-15FB-48F5-59F8-176FD08F6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A2067-7949-4046-B351-C5A6CCED8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325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BD184E-0182-6BC1-5F71-F5A0C4759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D43FC3-7809-0946-11A7-9F264BBA3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E7CC26-2FCC-AF5B-C7B2-F4BF9BF12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35DDA2-6013-AAA2-2C92-305D7A9DDE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F86439-774F-8894-59A1-A51AA352F4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5C4D04F-B345-5841-B70C-E3436CC95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1C59-BA26-4F3E-8CEC-5DE75654429B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A0FEF65-A1D4-E708-2EAE-79BF4EF8F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97F263-9CF7-0765-A110-B355F5362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A2067-7949-4046-B351-C5A6CCED8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1897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6F4C7-DC6F-F6FC-55F5-9FC3F2E9C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2A7CD8-76D3-5385-7255-B09D7699D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1C59-BA26-4F3E-8CEC-5DE75654429B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CCAC44-4A06-8509-AC39-695CC0AD4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0B0EB9-B9F6-C1A4-3955-6E9668F97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A2067-7949-4046-B351-C5A6CCED8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02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48221FA-9033-1328-D57F-685CB8762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1C59-BA26-4F3E-8CEC-5DE75654429B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ADFCB1C-CC11-9BDA-81A6-8D49DC7FB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B28E40-B8CF-A741-09EC-8B9CE3A1B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A2067-7949-4046-B351-C5A6CCED8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20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60DA3D-CBF6-6A18-9B4F-D11E17130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E81246-178E-40C4-8862-123CA6943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47A97B-2BCD-CEE0-C451-7123BFCD1E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FCCD0A-35A3-5D01-06B9-969A17A3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1C59-BA26-4F3E-8CEC-5DE75654429B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7A7F26-5E5C-4598-4C1E-E6CBF3ADC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C85792-86C7-AD3F-0AF8-8FEEFBCFA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A2067-7949-4046-B351-C5A6CCED8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749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C1B42-A87A-754A-0D34-D936FE915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BAF4A46-8281-319A-C4AD-09642CCA30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895AC2-CA20-BD15-0DE4-6994A68B0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1BECAC-4651-E5B5-9B5F-10F129A9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1C59-BA26-4F3E-8CEC-5DE75654429B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20D388-10AC-A832-453C-1A058D55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653E124-5C18-595C-6911-3EA533C6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A2067-7949-4046-B351-C5A6CCED8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6400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2BE2F7-BA65-5114-D443-04A00E58A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27FC64-203F-0EF5-F8DD-CD5849DF57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166D9C-95B4-4D1D-7F69-8139BE41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1C59-BA26-4F3E-8CEC-5DE75654429B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3D1801-E45C-352C-A8FD-9632FF78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E7FD3-F707-D2F6-DAE6-5BE001604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A2067-7949-4046-B351-C5A6CCED8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72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86E527-6671-F345-A994-16DF7B7A8C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4C7E66-2739-2905-C187-1F13D695F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4F7809-1471-4B81-4BF8-BCC4AEF02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1C59-BA26-4F3E-8CEC-5DE75654429B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E25E83-F976-1947-B6C6-E32E2B22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3E3414-09F2-0A34-13D8-D414DB63A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A2067-7949-4046-B351-C5A6CCED8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92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17A715-1A1C-052A-82B1-FABD3AA6B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8B71A7-1953-1008-A431-2CD2EC7BD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25351E-5154-30A3-F835-9BEC09C16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681C59-BA26-4F3E-8CEC-5DE75654429B}" type="datetimeFigureOut">
              <a:rPr lang="ko-KR" altLang="en-US" smtClean="0"/>
              <a:t>2026-06-30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50AE01-9C39-1F28-4BCC-5A0F8B856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457A41-D7F0-4D20-ABAD-4D05ED9E3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7A2067-7949-4046-B351-C5A6CCED8D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666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7BD2E34-D32D-4A8F-BC52-2A46211BC46C}"/>
              </a:ext>
            </a:extLst>
          </p:cNvPr>
          <p:cNvSpPr/>
          <p:nvPr/>
        </p:nvSpPr>
        <p:spPr>
          <a:xfrm>
            <a:off x="2374230" y="5686926"/>
            <a:ext cx="2687054" cy="24063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3D0B1EB-919D-6032-D1FB-A3445D83809B}"/>
              </a:ext>
            </a:extLst>
          </p:cNvPr>
          <p:cNvSpPr/>
          <p:nvPr/>
        </p:nvSpPr>
        <p:spPr>
          <a:xfrm>
            <a:off x="5061284" y="5069305"/>
            <a:ext cx="1307432" cy="1459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아이덴</a:t>
            </a:r>
            <a:endParaRPr lang="en-US" altLang="ko-KR"/>
          </a:p>
          <a:p>
            <a:pPr algn="ctr"/>
            <a:r>
              <a:rPr lang="ko-KR" altLang="en-US"/>
              <a:t>티티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D9D54C-0315-7015-E08E-E4FED398A485}"/>
              </a:ext>
            </a:extLst>
          </p:cNvPr>
          <p:cNvSpPr/>
          <p:nvPr/>
        </p:nvSpPr>
        <p:spPr>
          <a:xfrm>
            <a:off x="5061284" y="6529137"/>
            <a:ext cx="1307432" cy="216568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CF55009-24CE-C46C-73DE-6BF1CA386CC6}"/>
              </a:ext>
            </a:extLst>
          </p:cNvPr>
          <p:cNvSpPr/>
          <p:nvPr/>
        </p:nvSpPr>
        <p:spPr>
          <a:xfrm>
            <a:off x="2374229" y="5927558"/>
            <a:ext cx="673769" cy="6015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74A0588-F951-3570-CEBF-6F81508D4B07}"/>
              </a:ext>
            </a:extLst>
          </p:cNvPr>
          <p:cNvSpPr/>
          <p:nvPr/>
        </p:nvSpPr>
        <p:spPr>
          <a:xfrm>
            <a:off x="3047998" y="5927557"/>
            <a:ext cx="673769" cy="6015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A15C55-4F30-18FE-E196-3809A38BC86D}"/>
              </a:ext>
            </a:extLst>
          </p:cNvPr>
          <p:cNvSpPr/>
          <p:nvPr/>
        </p:nvSpPr>
        <p:spPr>
          <a:xfrm>
            <a:off x="3721767" y="5927556"/>
            <a:ext cx="673769" cy="6015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4BAA421-7F35-3577-BC77-B0652D3ED2DA}"/>
              </a:ext>
            </a:extLst>
          </p:cNvPr>
          <p:cNvSpPr/>
          <p:nvPr/>
        </p:nvSpPr>
        <p:spPr>
          <a:xfrm>
            <a:off x="4387514" y="5927556"/>
            <a:ext cx="673769" cy="6015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645D8E-2298-1444-8314-545A7D3BC562}"/>
              </a:ext>
            </a:extLst>
          </p:cNvPr>
          <p:cNvSpPr/>
          <p:nvPr/>
        </p:nvSpPr>
        <p:spPr>
          <a:xfrm>
            <a:off x="6368716" y="5686926"/>
            <a:ext cx="2687054" cy="2406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320906F-DC68-F569-BBEC-F59182F9F5FA}"/>
              </a:ext>
            </a:extLst>
          </p:cNvPr>
          <p:cNvSpPr/>
          <p:nvPr/>
        </p:nvSpPr>
        <p:spPr>
          <a:xfrm>
            <a:off x="6368715" y="5927558"/>
            <a:ext cx="673769" cy="6015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6AE26D9-F649-595A-820E-FD2BE935F49E}"/>
              </a:ext>
            </a:extLst>
          </p:cNvPr>
          <p:cNvSpPr/>
          <p:nvPr/>
        </p:nvSpPr>
        <p:spPr>
          <a:xfrm>
            <a:off x="7042484" y="5927557"/>
            <a:ext cx="673769" cy="6015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229A02C-2878-57B5-3BBE-F45E09FD6C1F}"/>
              </a:ext>
            </a:extLst>
          </p:cNvPr>
          <p:cNvSpPr/>
          <p:nvPr/>
        </p:nvSpPr>
        <p:spPr>
          <a:xfrm>
            <a:off x="7716253" y="5927556"/>
            <a:ext cx="673769" cy="6015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DD22BD5-9637-C1B3-3992-6348014DEBC6}"/>
              </a:ext>
            </a:extLst>
          </p:cNvPr>
          <p:cNvSpPr/>
          <p:nvPr/>
        </p:nvSpPr>
        <p:spPr>
          <a:xfrm>
            <a:off x="8382000" y="5927556"/>
            <a:ext cx="673769" cy="6015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99BC81-C716-EDED-3D5A-C11D0709101D}"/>
              </a:ext>
            </a:extLst>
          </p:cNvPr>
          <p:cNvSpPr txBox="1"/>
          <p:nvPr/>
        </p:nvSpPr>
        <p:spPr>
          <a:xfrm>
            <a:off x="2478505" y="6039853"/>
            <a:ext cx="2374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스킬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776E2F-673D-94B6-9EDE-CB9101808E3A}"/>
              </a:ext>
            </a:extLst>
          </p:cNvPr>
          <p:cNvSpPr txBox="1"/>
          <p:nvPr/>
        </p:nvSpPr>
        <p:spPr>
          <a:xfrm>
            <a:off x="6505075" y="6039853"/>
            <a:ext cx="2374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아이템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202C54F-A7DC-B417-9846-BE3F8F4CB058}"/>
              </a:ext>
            </a:extLst>
          </p:cNvPr>
          <p:cNvSpPr/>
          <p:nvPr/>
        </p:nvSpPr>
        <p:spPr>
          <a:xfrm>
            <a:off x="9737558" y="0"/>
            <a:ext cx="2454442" cy="2085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미니맵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0CE4209-3623-E411-DD63-A2F355995541}"/>
              </a:ext>
            </a:extLst>
          </p:cNvPr>
          <p:cNvSpPr/>
          <p:nvPr/>
        </p:nvSpPr>
        <p:spPr>
          <a:xfrm>
            <a:off x="6368715" y="1876925"/>
            <a:ext cx="2053391" cy="25025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아이템 흭득 창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4919873-D8C3-289F-951E-DD01552622F6}"/>
              </a:ext>
            </a:extLst>
          </p:cNvPr>
          <p:cNvSpPr/>
          <p:nvPr/>
        </p:nvSpPr>
        <p:spPr>
          <a:xfrm>
            <a:off x="0" y="6641432"/>
            <a:ext cx="4772526" cy="216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레벨 및 경험치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53DF989-8398-79B4-11B8-029E47FD5F9D}"/>
              </a:ext>
            </a:extLst>
          </p:cNvPr>
          <p:cNvSpPr/>
          <p:nvPr/>
        </p:nvSpPr>
        <p:spPr>
          <a:xfrm>
            <a:off x="3128211" y="152400"/>
            <a:ext cx="5101389" cy="417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몬스터 정보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E472E0C-8AAB-9907-ADAC-8CCEDB223028}"/>
              </a:ext>
            </a:extLst>
          </p:cNvPr>
          <p:cNvSpPr/>
          <p:nvPr/>
        </p:nvSpPr>
        <p:spPr>
          <a:xfrm>
            <a:off x="136358" y="5133474"/>
            <a:ext cx="1612231" cy="13956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시스템 로그</a:t>
            </a:r>
          </a:p>
        </p:txBody>
      </p:sp>
    </p:spTree>
    <p:extLst>
      <p:ext uri="{BB962C8B-B14F-4D97-AF65-F5344CB8AC3E}">
        <p14:creationId xmlns:p14="http://schemas.microsoft.com/office/powerpoint/2010/main" val="1004233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15</Words>
  <Application>Microsoft Office PowerPoint</Application>
  <PresentationFormat>와이드스크린</PresentationFormat>
  <Paragraphs>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광수 최</dc:creator>
  <cp:lastModifiedBy>광수 최</cp:lastModifiedBy>
  <cp:revision>2</cp:revision>
  <dcterms:created xsi:type="dcterms:W3CDTF">2026-06-30T11:37:26Z</dcterms:created>
  <dcterms:modified xsi:type="dcterms:W3CDTF">2026-06-30T12:21:31Z</dcterms:modified>
</cp:coreProperties>
</file>